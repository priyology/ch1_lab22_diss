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b6e1367eff9d8b0a39a7f2838ddaba33d146ed5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cstate="print"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M.gigas_Length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2023-04-06T18:10:00Z</dcterms:modified>
  <cp:category/>
</cp:coreProperties>
</file>