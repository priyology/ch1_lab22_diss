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3101161adfdba378734e53533edf586b3e777933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C. sikamea Length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2023-04-06T18:27:49Z</dcterms:modified>
  <cp:category/>
</cp:coreProperties>
</file>