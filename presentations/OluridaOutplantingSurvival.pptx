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36dbd62902aa7e8ac32e9634355fbb451a39ab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Experiment Mortality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2023-04-06T20:50:15Z</dcterms:modified>
  <cp:category/>
</cp:coreProperties>
</file>