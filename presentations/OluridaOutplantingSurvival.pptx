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84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2FF0C2-5446-4B0A-BFFA-1F5B6F45B7FC}" type="datetimeFigureOut">
              <a:rPr lang="en-US" smtClean="0"/>
              <a:t>1/31/2023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140CB2-35E9-48EC-9513-88FA98004F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4437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140CB2-35E9-48EC-9513-88FA98004F4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351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7ABF6-8769-6E70-FE49-9C06F3BBBC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34B411-50F9-3C23-44EA-66C36B1BB9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E0AD5-7B84-7EA4-2671-55DEB48C0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FE715-79A5-4B72-A2C8-DFE7276B4EFD}" type="datetimeFigureOut">
              <a:rPr lang="en-US" smtClean="0"/>
              <a:t>1/31/2023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CD5343-98D8-C822-80BD-0E1983E46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F65F2-7BED-C983-BE40-CEA13B95D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6F7BA-3AB8-4CFF-A792-754AEDBD4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703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CA8E7-3A45-4EF9-BAF4-7005ED160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E626A-90C8-2F0D-4A04-DB31075F6B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E606D3-F376-C3E9-F394-BA21B5106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FE715-79A5-4B72-A2C8-DFE7276B4EFD}" type="datetimeFigureOut">
              <a:rPr lang="en-US" smtClean="0"/>
              <a:t>1/31/2023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97A182-957A-389F-C844-BD815EBE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D6AFEB-A043-9C17-CDBD-E0ACEF9BA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6F7BA-3AB8-4CFF-A792-754AEDBD4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754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8164F-4170-5E00-E891-EC0752960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ED754-7BFF-8C91-3629-4495B369C8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9A1C1-350D-BA7F-2F12-F1A035789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FE715-79A5-4B72-A2C8-DFE7276B4EFD}" type="datetimeFigureOut">
              <a:rPr lang="en-US" smtClean="0"/>
              <a:t>1/31/2023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8583A-A732-A7EC-E8BC-A47A0DD57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22DAFC-A150-F713-1FF2-F1B088872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6F7BA-3AB8-4CFF-A792-754AEDBD4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488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D40DF-B633-A386-6278-0EEDA2006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3C9B1-3B2F-760E-892A-E76BB52224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DA25FD-EE27-3174-390A-36F6D10E62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AAE986-8C26-B841-F6B0-8382B9852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FE715-79A5-4B72-A2C8-DFE7276B4EFD}" type="datetimeFigureOut">
              <a:rPr lang="en-US" smtClean="0"/>
              <a:t>1/31/2023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31C99E-122A-69E7-0358-8493FDC16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E09696-43AA-C849-54E8-82A58C45B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6F7BA-3AB8-4CFF-A792-754AEDBD4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099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D8058-3BC5-57BD-2B8A-87D6F9658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1A2B7B-7DF9-1926-225E-270B64384E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F0B6F5-DF3D-5AA0-2805-60569887C0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B4896C-EFE3-1E7F-FD55-62A1A675BA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978197-EFC8-E241-92AD-5C797E5305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D88106-84F9-A1E5-9D1B-437E2F8F0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FE715-79A5-4B72-A2C8-DFE7276B4EFD}" type="datetimeFigureOut">
              <a:rPr lang="en-US" smtClean="0"/>
              <a:t>1/31/2023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CA7EEA-8933-AE88-7E42-5EF267BDB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3309FD-9115-A920-C1E6-DD5A56DAE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6F7BA-3AB8-4CFF-A792-754AEDBD4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030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A9681-749D-55F9-363B-C806A588C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D0973E-9FA8-81A8-C28A-A3F3BD6B2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FE715-79A5-4B72-A2C8-DFE7276B4EFD}" type="datetimeFigureOut">
              <a:rPr lang="en-US" smtClean="0"/>
              <a:t>1/31/2023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6928ED-A8B8-C836-C1E0-2FCBBDFF5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CD2955-E158-E5BB-78C1-B9357DF27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6F7BA-3AB8-4CFF-A792-754AEDBD4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72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61D54F-9F5D-23B4-4CFC-78FB421E0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FE715-79A5-4B72-A2C8-DFE7276B4EFD}" type="datetimeFigureOut">
              <a:rPr lang="en-US" smtClean="0"/>
              <a:t>1/31/2023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2729FF-7C65-5342-D248-CB1552C99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E2150E-B4D3-1D3B-3527-DCAECC1C7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6F7BA-3AB8-4CFF-A792-754AEDBD4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689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721A8-3165-1DFD-BD7F-A8F76CD13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5AB77-BFCF-C247-BEAD-C42BB7C9A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6627B0-8362-70E0-87A5-2077E7B14F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FC1963-D2F0-BF3C-4E76-EC770E617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FE715-79A5-4B72-A2C8-DFE7276B4EFD}" type="datetimeFigureOut">
              <a:rPr lang="en-US" smtClean="0"/>
              <a:t>1/31/2023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F0754E-5C16-2B90-0DC4-2BAC97F57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20B6DD-7A10-4715-63DD-3570266E8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6F7BA-3AB8-4CFF-A792-754AEDBD4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8158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B4966-60EB-4D05-95DA-33FF00C1A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6267B2-A684-8D9B-9EA3-2F0FFD2EC4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3CD866-C846-2CA7-2E6E-62F8850413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A0A9A4-14FF-4943-6937-CC0F2A10C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FE715-79A5-4B72-A2C8-DFE7276B4EFD}" type="datetimeFigureOut">
              <a:rPr lang="en-US" smtClean="0"/>
              <a:t>1/31/2023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0275CC-270D-4964-0BAF-6937CF7D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6ACF1-8EC2-8B6F-654F-D5DA322A6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6F7BA-3AB8-4CFF-A792-754AEDBD4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332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EFDD5-2A27-457F-FD03-4660E3024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734B92-BD13-5050-AF42-B80A633D8A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8CF4BB-A8EB-19C6-A529-32F65DFB2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FE715-79A5-4B72-A2C8-DFE7276B4EFD}" type="datetimeFigureOut">
              <a:rPr lang="en-US" smtClean="0"/>
              <a:t>1/31/2023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FC599-D51A-C5D7-11F1-51CEF67FC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F03B96-E4B9-96B8-3762-62E101895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6F7BA-3AB8-4CFF-A792-754AEDBD4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2633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6C4DBC-7998-FC91-39A1-87E7A71556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B81F9-6C5A-C468-9921-673B7B01B7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BAD236-F6B0-F90C-3C0C-B6EB7B2E0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FE715-79A5-4B72-A2C8-DFE7276B4EFD}" type="datetimeFigureOut">
              <a:rPr lang="en-US" smtClean="0"/>
              <a:t>1/31/2023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60FD46-3909-56D6-FB87-BF1AB68E7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25E235-BACD-6B82-2AE1-3944F8087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6F7BA-3AB8-4CFF-A792-754AEDBD4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424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65F573-33B6-8EE3-4EB3-3538206C94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FB0085-6D39-494D-76FB-BE24F6262E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4F1A1B-25F7-38DD-DADC-0AC28C40F7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BFE715-79A5-4B72-A2C8-DFE7276B4EFD}" type="datetimeFigureOut">
              <a:rPr lang="en-US" smtClean="0"/>
              <a:t>1/31/2023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16E2E-F7AF-B955-ABC8-00527F15CE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251DF-FD6B-7025-4223-9B629E17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F6F7BA-3AB8-4CFF-A792-754AEDBD4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809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277849BA-D142-606D-C537-5C5675C1802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494414" y="254000"/>
            <a:ext cx="9231313" cy="6350000"/>
            <a:chOff x="-135" y="80"/>
            <a:chExt cx="5815" cy="4000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D39532AD-229F-073A-89D8-9D7AA4D72ADD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80" y="80"/>
              <a:ext cx="5600" cy="4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A04B15A-A8BD-C8E2-8BD2-677DF71B5D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" y="80"/>
              <a:ext cx="5600" cy="400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Century Gothic" panose="020B0502020202020204" pitchFamily="34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2C29876-BE7D-C66B-FA73-435E57936F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" y="80"/>
              <a:ext cx="5600" cy="4000"/>
            </a:xfrm>
            <a:prstGeom prst="rect">
              <a:avLst/>
            </a:prstGeom>
            <a:noFill/>
            <a:ln w="11113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B2B8E5A-50C0-7934-945C-5993A67CE1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8" y="486"/>
              <a:ext cx="2268" cy="3263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EA5FACD-7B3C-3C76-311D-C6D2CFF14A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5" y="2862"/>
              <a:ext cx="925" cy="737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5E38C4B-073F-6C85-B641-BEBDBAD5C5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14" y="636"/>
              <a:ext cx="925" cy="2963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8F4D823-96CF-8040-C0B8-B2D3340D09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42" y="486"/>
              <a:ext cx="2269" cy="3263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12CD63B-116C-A051-5023-A1FFAFD73E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0" y="3599"/>
              <a:ext cx="924" cy="1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5599CFF-7733-1221-2B47-82D9AE549D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29" y="3599"/>
              <a:ext cx="925" cy="1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E482FB4-A082-9850-6475-1A78D036A0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8" y="306"/>
              <a:ext cx="2268" cy="18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Century" panose="02040604050505020304" pitchFamily="18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31020F7-876A-84F8-C401-D83621E90A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8" y="306"/>
              <a:ext cx="2268" cy="180"/>
            </a:xfrm>
            <a:prstGeom prst="rect">
              <a:avLst/>
            </a:prstGeom>
            <a:noFill/>
            <a:ln w="20638" cap="rnd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106C281-C86F-3235-0D62-806AF43316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92" y="358"/>
              <a:ext cx="322" cy="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100" b="0" i="0" u="none" strike="noStrike" cap="none" normalizeH="0" baseline="0">
                  <a:ln>
                    <a:noFill/>
                  </a:ln>
                  <a:solidFill>
                    <a:srgbClr val="E5E5E5"/>
                  </a:solidFill>
                  <a:effectLst/>
                  <a:latin typeface="Century Gothic" panose="020B0502020202020204" pitchFamily="34" charset="0"/>
                </a:rPr>
                <a:t>No Tide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entury Gothic" panose="020B0502020202020204" pitchFamily="34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5E61181-F051-10C5-63A2-A777AC76F6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42" y="306"/>
              <a:ext cx="2269" cy="18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Century" panose="02040604050505020304" pitchFamily="18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36E47AF-6C28-F913-D43D-43C20536ED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42" y="306"/>
              <a:ext cx="2269" cy="180"/>
            </a:xfrm>
            <a:prstGeom prst="rect">
              <a:avLst/>
            </a:prstGeom>
            <a:noFill/>
            <a:ln w="20638" cap="rnd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7EDA9E1-5085-732E-46F1-066EE7DD8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76" y="358"/>
              <a:ext cx="174" cy="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rgbClr val="E5E5E5"/>
                  </a:solidFill>
                  <a:effectLst/>
                  <a:latin typeface="Century Gothic" panose="020B0502020202020204" pitchFamily="34" charset="0"/>
                </a:rPr>
                <a:t>Tide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entury Gothic" panose="020B0502020202020204" pitchFamily="34" charset="0"/>
              </a:endParaRPr>
            </a:p>
          </p:txBody>
        </p:sp>
        <p:sp>
          <p:nvSpPr>
            <p:cNvPr id="20" name="Line 19">
              <a:extLst>
                <a:ext uri="{FF2B5EF4-FFF2-40B4-BE49-F238E27FC236}">
                  <a16:creationId xmlns:a16="http://schemas.microsoft.com/office/drawing/2014/main" id="{43427122-B312-477D-4EF9-7B9D152F39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" y="3749"/>
              <a:ext cx="2268" cy="0"/>
            </a:xfrm>
            <a:prstGeom prst="line">
              <a:avLst/>
            </a:prstGeom>
            <a:noFill/>
            <a:ln w="11113" cap="flat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20">
              <a:extLst>
                <a:ext uri="{FF2B5EF4-FFF2-40B4-BE49-F238E27FC236}">
                  <a16:creationId xmlns:a16="http://schemas.microsoft.com/office/drawing/2014/main" id="{9679ECB6-BD45-6E05-6EB0-E3C33AAB3F6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44" y="3749"/>
              <a:ext cx="0" cy="30"/>
            </a:xfrm>
            <a:prstGeom prst="line">
              <a:avLst/>
            </a:prstGeom>
            <a:noFill/>
            <a:ln w="11113" cap="flat">
              <a:solidFill>
                <a:srgbClr val="CCCCCC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21">
              <a:extLst>
                <a:ext uri="{FF2B5EF4-FFF2-40B4-BE49-F238E27FC236}">
                  <a16:creationId xmlns:a16="http://schemas.microsoft.com/office/drawing/2014/main" id="{9287D451-0D07-3D79-C837-F8E09990C2E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080" y="3749"/>
              <a:ext cx="0" cy="30"/>
            </a:xfrm>
            <a:prstGeom prst="line">
              <a:avLst/>
            </a:prstGeom>
            <a:noFill/>
            <a:ln w="11113" cap="flat">
              <a:solidFill>
                <a:srgbClr val="CCCCCC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21F3F9-8719-DBBD-C6A1-D92E26A249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5" y="3802"/>
              <a:ext cx="99" cy="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100" b="0" i="0" u="none" strike="noStrike" cap="none" normalizeH="0" baseline="0">
                  <a:ln>
                    <a:noFill/>
                  </a:ln>
                  <a:solidFill>
                    <a:srgbClr val="B2B2B2"/>
                  </a:solidFill>
                  <a:effectLst/>
                  <a:latin typeface="Century Gothic" panose="020B0502020202020204" pitchFamily="34" charset="0"/>
                </a:rPr>
                <a:t>15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entury Gothic" panose="020B0502020202020204" pitchFamily="34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5AD82C7-4934-78A0-A9CD-B5C5FACEB6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1" y="3802"/>
              <a:ext cx="99" cy="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100" b="0" i="0" u="none" strike="noStrike" cap="none" normalizeH="0" baseline="0">
                  <a:ln>
                    <a:noFill/>
                  </a:ln>
                  <a:solidFill>
                    <a:srgbClr val="B2B2B2"/>
                  </a:solidFill>
                  <a:effectLst/>
                  <a:latin typeface="Century Gothic" panose="020B0502020202020204" pitchFamily="34" charset="0"/>
                </a:rPr>
                <a:t>21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entury Gothic" panose="020B0502020202020204" pitchFamily="34" charset="0"/>
              </a:endParaRPr>
            </a:p>
          </p:txBody>
        </p:sp>
        <p:sp>
          <p:nvSpPr>
            <p:cNvPr id="25" name="Line 24">
              <a:extLst>
                <a:ext uri="{FF2B5EF4-FFF2-40B4-BE49-F238E27FC236}">
                  <a16:creationId xmlns:a16="http://schemas.microsoft.com/office/drawing/2014/main" id="{4FCF591D-6B7C-86C7-7BFE-212EF5BB59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42" y="3749"/>
              <a:ext cx="2269" cy="0"/>
            </a:xfrm>
            <a:prstGeom prst="line">
              <a:avLst/>
            </a:prstGeom>
            <a:noFill/>
            <a:ln w="11113" cap="flat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5">
              <a:extLst>
                <a:ext uri="{FF2B5EF4-FFF2-40B4-BE49-F238E27FC236}">
                  <a16:creationId xmlns:a16="http://schemas.microsoft.com/office/drawing/2014/main" id="{4BF461BE-CDCF-2BDF-CE98-819E56A689A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59" y="3749"/>
              <a:ext cx="0" cy="30"/>
            </a:xfrm>
            <a:prstGeom prst="line">
              <a:avLst/>
            </a:prstGeom>
            <a:noFill/>
            <a:ln w="11113" cap="flat">
              <a:solidFill>
                <a:srgbClr val="CCCCCC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6">
              <a:extLst>
                <a:ext uri="{FF2B5EF4-FFF2-40B4-BE49-F238E27FC236}">
                  <a16:creationId xmlns:a16="http://schemas.microsoft.com/office/drawing/2014/main" id="{F1F0A9EC-68B4-DB2F-7CF8-63AAEDB0525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395" y="3749"/>
              <a:ext cx="0" cy="30"/>
            </a:xfrm>
            <a:prstGeom prst="line">
              <a:avLst/>
            </a:prstGeom>
            <a:noFill/>
            <a:ln w="11113" cap="flat">
              <a:solidFill>
                <a:srgbClr val="CCCCCC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ACDDAB66-A498-48A2-4C70-1C5997319C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90" y="3802"/>
              <a:ext cx="99" cy="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100" b="0" i="0" u="none" strike="noStrike" cap="none" normalizeH="0" baseline="0">
                  <a:ln>
                    <a:noFill/>
                  </a:ln>
                  <a:solidFill>
                    <a:srgbClr val="B2B2B2"/>
                  </a:solidFill>
                  <a:effectLst/>
                  <a:latin typeface="Century Gothic" panose="020B0502020202020204" pitchFamily="34" charset="0"/>
                </a:rPr>
                <a:t>15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entury Gothic" panose="020B0502020202020204" pitchFamily="34" charset="0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5387DB1-36AA-7827-E976-AB56CCBAF7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6" y="3802"/>
              <a:ext cx="99" cy="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100" b="0" i="0" u="none" strike="noStrike" cap="none" normalizeH="0" baseline="0">
                  <a:ln>
                    <a:noFill/>
                  </a:ln>
                  <a:solidFill>
                    <a:srgbClr val="B2B2B2"/>
                  </a:solidFill>
                  <a:effectLst/>
                  <a:latin typeface="Century Gothic" panose="020B0502020202020204" pitchFamily="34" charset="0"/>
                </a:rPr>
                <a:t>21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entury Gothic" panose="020B0502020202020204" pitchFamily="34" charset="0"/>
              </a:endParaRPr>
            </a:p>
          </p:txBody>
        </p:sp>
        <p:sp>
          <p:nvSpPr>
            <p:cNvPr id="30" name="Line 29">
              <a:extLst>
                <a:ext uri="{FF2B5EF4-FFF2-40B4-BE49-F238E27FC236}">
                  <a16:creationId xmlns:a16="http://schemas.microsoft.com/office/drawing/2014/main" id="{4A0B27F4-036A-DE2E-AE18-548F7EFF67E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8" y="486"/>
              <a:ext cx="0" cy="3263"/>
            </a:xfrm>
            <a:prstGeom prst="line">
              <a:avLst/>
            </a:prstGeom>
            <a:noFill/>
            <a:ln w="11113" cap="flat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5025309-A54D-5D13-E2DA-3CB99996FF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" y="3561"/>
              <a:ext cx="49" cy="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100" b="0" i="0" u="none" strike="noStrike" cap="none" normalizeH="0" baseline="0">
                  <a:ln>
                    <a:noFill/>
                  </a:ln>
                  <a:solidFill>
                    <a:srgbClr val="B2B2B2"/>
                  </a:solidFill>
                  <a:effectLst/>
                  <a:latin typeface="Century Gothic" panose="020B0502020202020204" pitchFamily="34" charset="0"/>
                </a:rPr>
                <a:t>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entury Gothic" panose="020B0502020202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22C435A-1491-0EA3-7E7C-EE55B0FB16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4" y="2854"/>
              <a:ext cx="99" cy="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100" b="0" i="0" u="none" strike="noStrike" cap="none" normalizeH="0" baseline="0">
                  <a:ln>
                    <a:noFill/>
                  </a:ln>
                  <a:solidFill>
                    <a:srgbClr val="B2B2B2"/>
                  </a:solidFill>
                  <a:effectLst/>
                  <a:latin typeface="Century Gothic" panose="020B0502020202020204" pitchFamily="34" charset="0"/>
                </a:rPr>
                <a:t>50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entury Gothic" panose="020B0502020202020204" pitchFamily="34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92C70C4-334C-D80B-E538-258BED7247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" y="2147"/>
              <a:ext cx="148" cy="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100" b="0" i="0" u="none" strike="noStrike" cap="none" normalizeH="0" baseline="0">
                  <a:ln>
                    <a:noFill/>
                  </a:ln>
                  <a:solidFill>
                    <a:srgbClr val="B2B2B2"/>
                  </a:solidFill>
                  <a:effectLst/>
                  <a:latin typeface="Century Gothic" panose="020B0502020202020204" pitchFamily="34" charset="0"/>
                </a:rPr>
                <a:t>100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entury Gothic" panose="020B0502020202020204" pitchFamily="34" charset="0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7846094-7C3B-71D8-0ABE-04E00CAB0B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" y="1441"/>
              <a:ext cx="148" cy="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100" b="0" i="0" u="none" strike="noStrike" cap="none" normalizeH="0" baseline="0">
                  <a:ln>
                    <a:noFill/>
                  </a:ln>
                  <a:solidFill>
                    <a:srgbClr val="B2B2B2"/>
                  </a:solidFill>
                  <a:effectLst/>
                  <a:latin typeface="Century Gothic" panose="020B0502020202020204" pitchFamily="34" charset="0"/>
                </a:rPr>
                <a:t>150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entury Gothic" panose="020B0502020202020204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60A5917C-46E7-620B-796C-460813C542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" y="734"/>
              <a:ext cx="148" cy="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100" b="0" i="0" u="none" strike="noStrike" cap="none" normalizeH="0" baseline="0">
                  <a:ln>
                    <a:noFill/>
                  </a:ln>
                  <a:solidFill>
                    <a:srgbClr val="B2B2B2"/>
                  </a:solidFill>
                  <a:effectLst/>
                  <a:latin typeface="Century Gothic" panose="020B0502020202020204" pitchFamily="34" charset="0"/>
                </a:rPr>
                <a:t>200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entury Gothic" panose="020B0502020202020204" pitchFamily="34" charset="0"/>
              </a:endParaRPr>
            </a:p>
          </p:txBody>
        </p:sp>
        <p:sp>
          <p:nvSpPr>
            <p:cNvPr id="36" name="Line 35">
              <a:extLst>
                <a:ext uri="{FF2B5EF4-FFF2-40B4-BE49-F238E27FC236}">
                  <a16:creationId xmlns:a16="http://schemas.microsoft.com/office/drawing/2014/main" id="{5C518738-9D2F-6647-2E22-6978198B5B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1" y="3599"/>
              <a:ext cx="27" cy="0"/>
            </a:xfrm>
            <a:prstGeom prst="line">
              <a:avLst/>
            </a:prstGeom>
            <a:noFill/>
            <a:ln w="11113" cap="flat">
              <a:solidFill>
                <a:srgbClr val="CCCCCC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6">
              <a:extLst>
                <a:ext uri="{FF2B5EF4-FFF2-40B4-BE49-F238E27FC236}">
                  <a16:creationId xmlns:a16="http://schemas.microsoft.com/office/drawing/2014/main" id="{A6CC5895-CF87-1703-1500-A0443A93C4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1" y="2892"/>
              <a:ext cx="27" cy="0"/>
            </a:xfrm>
            <a:prstGeom prst="line">
              <a:avLst/>
            </a:prstGeom>
            <a:noFill/>
            <a:ln w="11113" cap="flat">
              <a:solidFill>
                <a:srgbClr val="CCCCCC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Line 37">
              <a:extLst>
                <a:ext uri="{FF2B5EF4-FFF2-40B4-BE49-F238E27FC236}">
                  <a16:creationId xmlns:a16="http://schemas.microsoft.com/office/drawing/2014/main" id="{B06B45AF-AF94-5F45-76B6-0E1E74A34F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1" y="2185"/>
              <a:ext cx="27" cy="0"/>
            </a:xfrm>
            <a:prstGeom prst="line">
              <a:avLst/>
            </a:prstGeom>
            <a:noFill/>
            <a:ln w="11113" cap="flat">
              <a:solidFill>
                <a:srgbClr val="CCCCCC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38">
              <a:extLst>
                <a:ext uri="{FF2B5EF4-FFF2-40B4-BE49-F238E27FC236}">
                  <a16:creationId xmlns:a16="http://schemas.microsoft.com/office/drawing/2014/main" id="{FE96E1BB-63D3-DF02-2AC8-5686AAD0DE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1" y="1479"/>
              <a:ext cx="27" cy="0"/>
            </a:xfrm>
            <a:prstGeom prst="line">
              <a:avLst/>
            </a:prstGeom>
            <a:noFill/>
            <a:ln w="11113" cap="flat">
              <a:solidFill>
                <a:srgbClr val="CCCCCC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Line 39">
              <a:extLst>
                <a:ext uri="{FF2B5EF4-FFF2-40B4-BE49-F238E27FC236}">
                  <a16:creationId xmlns:a16="http://schemas.microsoft.com/office/drawing/2014/main" id="{17B00EDF-5386-ED51-3758-2D894E498E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1" y="772"/>
              <a:ext cx="27" cy="0"/>
            </a:xfrm>
            <a:prstGeom prst="line">
              <a:avLst/>
            </a:prstGeom>
            <a:noFill/>
            <a:ln w="11113" cap="flat">
              <a:solidFill>
                <a:srgbClr val="CCCCCC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77BE3A2-33C9-AB50-AB56-B0011488CC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94" y="3914"/>
              <a:ext cx="957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400" b="0" i="0" u="none" strike="noStrike" cap="none" normalizeH="0" baseline="0" dirty="0">
                  <a:ln>
                    <a:noFill/>
                  </a:ln>
                  <a:solidFill>
                    <a:srgbClr val="FFFFFF"/>
                  </a:solidFill>
                  <a:effectLst/>
                  <a:latin typeface="Century Gothic" panose="020B0502020202020204" pitchFamily="34" charset="0"/>
                </a:rPr>
                <a:t>Temperature (°C)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entury Gothic" panose="020B0502020202020204" pitchFamily="34" charset="0"/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EE04D4D3-51DE-0CF7-31F9-FC2C0062D42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-534" y="2079"/>
              <a:ext cx="933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400" b="0" i="0" u="none" strike="noStrike" cap="none" normalizeH="0" baseline="0" dirty="0">
                  <a:ln>
                    <a:noFill/>
                  </a:ln>
                  <a:solidFill>
                    <a:srgbClr val="FFFFFF"/>
                  </a:solidFill>
                  <a:effectLst/>
                  <a:latin typeface="Century Gothic" panose="020B0502020202020204" pitchFamily="34" charset="0"/>
                </a:rPr>
                <a:t>Number Survived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entury Gothic" panose="020B0502020202020204" pitchFamily="34" charset="0"/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BBCDAAA5-AA00-DC84-BAEC-D573BA963E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10" y="1802"/>
              <a:ext cx="524" cy="624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380B05E-24AD-4F92-2D90-CA61ADC8BA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6" y="1869"/>
              <a:ext cx="496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400" b="0" i="0" u="none" strike="noStrike" cap="none" normalizeH="0" baseline="0" dirty="0" err="1">
                  <a:ln>
                    <a:noFill/>
                  </a:ln>
                  <a:solidFill>
                    <a:srgbClr val="FFFFFF"/>
                  </a:solidFill>
                  <a:effectLst/>
                  <a:latin typeface="Century Gothic" panose="020B0502020202020204" pitchFamily="34" charset="0"/>
                </a:rPr>
                <a:t>SH_Temp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entury Gothic" panose="020B0502020202020204" pitchFamily="34" charset="0"/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4D545788-E962-5FFD-A633-C0FE976E2C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62" y="2035"/>
              <a:ext cx="138" cy="158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30D4679-8594-A8EB-A1DE-E8ED8732D1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62" y="2208"/>
              <a:ext cx="138" cy="158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BFF063C7-97A4-8AEB-30A9-A9DC04CAA4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2" y="2080"/>
              <a:ext cx="99" cy="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100" b="0" i="0" u="none" strike="noStrike" cap="none" normalizeH="0" baseline="0">
                  <a:ln>
                    <a:noFill/>
                  </a:ln>
                  <a:solidFill>
                    <a:srgbClr val="FFFFFF"/>
                  </a:solidFill>
                  <a:effectLst/>
                  <a:latin typeface="Century Gothic" panose="020B0502020202020204" pitchFamily="34" charset="0"/>
                </a:rPr>
                <a:t>15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entury Gothic" panose="020B0502020202020204" pitchFamily="34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2A4E0E3-4700-024F-1896-F1961A9B22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2" y="2253"/>
              <a:ext cx="99" cy="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100" b="0" i="0" u="none" strike="noStrike" cap="none" normalizeH="0" baseline="0">
                  <a:ln>
                    <a:noFill/>
                  </a:ln>
                  <a:solidFill>
                    <a:srgbClr val="FFFFFF"/>
                  </a:solidFill>
                  <a:effectLst/>
                  <a:latin typeface="Century Gothic" panose="020B0502020202020204" pitchFamily="34" charset="0"/>
                </a:rPr>
                <a:t>21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entury Gothic" panose="020B0502020202020204" pitchFamily="34" charset="0"/>
              </a:endParaRP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E881F1E-ABED-7DD4-D24A-2F300889F3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8" y="125"/>
              <a:ext cx="3181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600" b="0" i="0" u="none" strike="noStrike" cap="none" normalizeH="0" baseline="0" dirty="0">
                  <a:ln>
                    <a:noFill/>
                  </a:ln>
                  <a:solidFill>
                    <a:srgbClr val="FFFFFF"/>
                  </a:solidFill>
                  <a:effectLst/>
                  <a:latin typeface="Century Gothic" panose="020B0502020202020204" pitchFamily="34" charset="0"/>
                </a:rPr>
                <a:t>Olympia Oyster Survival 279 Days After </a:t>
              </a:r>
              <a:r>
                <a:rPr kumimoji="0" lang="en-US" altLang="en-US" sz="1600" b="0" i="0" u="none" strike="noStrike" cap="none" normalizeH="0" baseline="0" dirty="0" err="1">
                  <a:ln>
                    <a:noFill/>
                  </a:ln>
                  <a:solidFill>
                    <a:srgbClr val="FFFFFF"/>
                  </a:solidFill>
                  <a:effectLst/>
                  <a:latin typeface="Century Gothic" panose="020B0502020202020204" pitchFamily="34" charset="0"/>
                </a:rPr>
                <a:t>Outplanting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entury Gothic" panose="020B0502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9915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31</Words>
  <Application>Microsoft Office PowerPoint</Application>
  <PresentationFormat>Widescreen</PresentationFormat>
  <Paragraphs>18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Century</vt:lpstr>
      <vt:lpstr>Century Gothic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Priya Shukla</dc:creator>
  <cp:lastModifiedBy>Priya Shukla</cp:lastModifiedBy>
  <cp:revision>5</cp:revision>
  <dcterms:created xsi:type="dcterms:W3CDTF">2023-02-01T04:23:57Z</dcterms:created>
  <dcterms:modified xsi:type="dcterms:W3CDTF">2023-02-01T04:25:18Z</dcterms:modified>
</cp:coreProperties>
</file>