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5c18a5ec5e295740ff2f9f008a886d81335c0fb2.png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L. lurida Length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2023-04-06T18:40:56Z</dcterms:modified>
  <cp:category/>
</cp:coreProperties>
</file>